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887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</a:rPr>
              <a:t>TaxMax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average Indian taxpayer leaves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₹18,000+ on the table every year.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E0"/>
                </a:solidFill>
              </a:rPr>
              <a:t>Why? Complexity, lack of awareness, and no personalised guidance.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51760" cy="164592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Discovery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529232"/>
            <a:ext cx="2423160" cy="69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Most users don't know all 30+ deduction 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926080"/>
            <a:ext cx="2651760" cy="164592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⏱️  Time Crunch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3462410"/>
            <a:ext cx="2423160" cy="83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Last-minute filing = missed optimization opportunities</a:t>
            </a:r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🔮  No Foresight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7648" y="3462410"/>
            <a:ext cx="2423160" cy="83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Tools show past taxes, not future tax-saving potential</a:t>
            </a:r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User Need: One AI-powered tool that (1) finds all missed deductions NOW and (2) plans tax-efficient investments for NEXT year.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AI-Powered Discovery: Prompts &amp; Tool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331720"/>
          </a:xfrm>
          <a:prstGeom prst="rect">
            <a:avLst/>
          </a:prstGeom>
          <a:solidFill>
            <a:srgbClr val="F8FA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PERSONA GENERATION PROMPT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"Act as a UX researcher. Create 3 detailed Indian taxpayer personas for a tax optimisation app. For each: name, age, occupation, annual income (₹8L–₹30L), key pain points with tax filing, tech savviness, and their top 2 tax-saving goals. Format as structured JSON."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Claude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2331720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86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97706"/>
                </a:solidFill>
              </a:rPr>
              <a:t>USER FLOW GENERATION 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17043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"Design a 6-step onboarding flow for a tax deduction finder app targeting Indian salaried users. Each step: screen name, key inputs, validation rules, and error states. Output as a numbered list with UX rationale. Prioritise reducing cognitive load."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Claude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8503920" cy="15361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Task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Tool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Rationale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Persona &amp; flows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Claude Sonnet 4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Nuanced reasoning for user research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UI prototype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Lovable / Cursor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React code from natural language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Copy variants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Claude (A/B)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Generate 5 CTA variants in &lt;30s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Tax calc logic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Claude + Code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Deduction rules → working JS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OKR dashboard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Claude + Recharts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AI-generated KPI mockups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Validation Prompts &amp; Rapid Build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34440"/>
          </a:xfrm>
          <a:prstGeom prst="rect">
            <a:avLst/>
          </a:prstGeom>
          <a:solidFill>
            <a:srgbClr val="F8FAFF"/>
          </a:solidFill>
          <a:ln w="19050">
            <a:solidFill>
              <a:srgbClr val="0F25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1463040" cy="237744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59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CODE GENERATION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"Write a React function computeTax(salary, deductions) that calculates Indian income tax for FY2024-25 old regime. Include all slabs, cess, and surcharge. Return {taxableIncome, tax, effectiveRate}."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8503920" cy="1234440"/>
          </a:xfrm>
          <a:prstGeom prst="rect">
            <a:avLst/>
          </a:prstGeom>
          <a:solidFill>
            <a:srgbClr val="F8FA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14630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311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COPY GENERATION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"Write 5 A/B test variants of the headline for a tax deduction finder. Audience: Indian salaried professionals 25-40. Tone: trustworthy but urgent. Constraint: under 12 words each."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F8FA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66160"/>
            <a:ext cx="14630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6027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USER TESTING SCRIPT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"Create a 15-minute usability test script for a tax savings tool. Include 5 tasks, 3 probing questions per task, and a SUS questionnaire. Target: first-time users unfamiliar with Section 80C."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557"/>
                </a:solidFill>
              </a:rPr>
              <a:t>Validation: 5 user interviews via Respondent.io (2hrs) → Claude synthesises themes → Figma prototype A/B tested via Maze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Working Prototype: TaxMax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77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 · Profile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9981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Name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Age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Employment Type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Tax Regime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55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97480" cy="329184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77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 · Income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10128" y="1234440"/>
            <a:ext cx="758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Salary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HRA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FD Interest Home Loan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22960"/>
            <a:ext cx="2697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77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 · Investments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90488" y="1234440"/>
            <a:ext cx="789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80C items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80D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NPS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80E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80G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26974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980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4 · AI Analysis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" y="3154680"/>
            <a:ext cx="888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Missed deductions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Tax payable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Savings found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269748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980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5 · Goals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Corpus target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Monthly surplus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Risk appetite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743200"/>
            <a:ext cx="2697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743200"/>
            <a:ext cx="26974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980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6 · Tax Plan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0488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AI action plan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Instrument recs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Projected savings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Built with React (JSX) · Anthropic API · Recharts · Deployed: Claude Artifact  |  github.com/[repo]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DD3F55-7913-9A20-C582-78758754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704" y="1197864"/>
            <a:ext cx="1408944" cy="13022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78258F4-8D57-6842-BA90-F3463E2C7F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7" r="1544"/>
          <a:stretch>
            <a:fillRect/>
          </a:stretch>
        </p:blipFill>
        <p:spPr>
          <a:xfrm>
            <a:off x="4444366" y="1152144"/>
            <a:ext cx="1403510" cy="13887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E441ECF-A3CE-99D5-9C73-15E7CB35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275" y="1161209"/>
            <a:ext cx="1179958" cy="138481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05849C4-4EE7-7ED7-9A21-0514B12B3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590" y="3090672"/>
            <a:ext cx="1128915" cy="135375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C3FA816-54B5-9F5A-91D2-8CAF18EF8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688" y="3084576"/>
            <a:ext cx="1105188" cy="137393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6BBABD7-ACAE-90F6-5526-E5D72403E7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344" y="3090672"/>
            <a:ext cx="1013460" cy="1375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Roll-out Plan &amp; AI-Driven Feedback Loop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920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503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Week 1–2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1920240" cy="1234440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Alpha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0"/>
                </a:solidFill>
              </a:rPr>
              <a:t>5 internal users · Usability test · Fix critical bugs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822960"/>
            <a:ext cx="1920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8503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Week 3–4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15568"/>
            <a:ext cx="1920240" cy="1234440"/>
          </a:xfrm>
          <a:prstGeom prst="rect">
            <a:avLst/>
          </a:prstGeom>
          <a:solidFill>
            <a:srgbClr val="1A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170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Beta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0"/>
                </a:solidFill>
              </a:rPr>
              <a:t>100 early adopters · NPS survey · Funnel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19202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8503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Month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1920240" cy="1234440"/>
          </a:xfrm>
          <a:prstGeom prst="rect">
            <a:avLst/>
          </a:prstGeom>
          <a:solidFill>
            <a:srgbClr val="1A3A6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70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A/B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0"/>
                </a:solidFill>
              </a:rPr>
              <a:t>3 CTA variants · 2 onboarding flows · Statistical significance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822960"/>
            <a:ext cx="1920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8503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FFFFF"/>
                </a:solidFill>
              </a:rPr>
              <a:t>Month 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0" y="1115568"/>
            <a:ext cx="1920240" cy="1234440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170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GA Launch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0"/>
                </a:solidFill>
              </a:rPr>
              <a:t>Feature flags · Segment rollout · PR &amp; influencer seeding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Continuous AI-Driven Improvement Loop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8620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Mixpanel captures step-drop events &amp; deduction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5526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Claude weekly digest: 'Top 3 UX friction points from session logs'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64845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48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666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AI auto-generates A/B test hypotheses from drop-off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0416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40599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LaunchDarkly ships 50/50 variant; Claude monitors p-value daily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E0"/>
                </a:solidFill>
              </a:rPr>
              <a:t>Winner promoted; loser archived. Cycle repeats every 2 weeks.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640</Words>
  <Application>Microsoft Office PowerPoint</Application>
  <PresentationFormat>On-screen Show (16:9)</PresentationFormat>
  <Paragraphs>104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TaxMax AI — APM Assignment</dc:title>
  <dc:subject>PptxGenJS Presentation</dc:subject>
  <dc:creator>PptxGenJS</dc:creator>
  <cp:lastModifiedBy>Devangi Chaudhary</cp:lastModifiedBy>
  <cp:revision>2</cp:revision>
  <dcterms:created xsi:type="dcterms:W3CDTF">2026-05-11T11:43:50Z</dcterms:created>
  <dcterms:modified xsi:type="dcterms:W3CDTF">2026-05-11T13:59:08Z</dcterms:modified>
</cp:coreProperties>
</file>